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SPRINT REVIEW PRESENTATION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Continuous Integration Pipeline using Jenkins &amp; Docker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General Purpose AI Chatbot Application (OmniBot)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Contributors: Sodanapalli Yashwanth Reddy  |  Chitmal Anvitha</a:t>
            </a:r>
            <a:br/>
            <a:r>
              <a:t>GitHub Repo: https://github.com/imyashwanthsdp/omnibot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SPRINT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Sprint Objectives &amp; Key User Stories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Goal 1: Jenkins SCM Integration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Set up Jenkins server and connect it to GitHub via secure webhooks for automatic push detection.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Goal 2: Pipeline Automation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Create a root Jenkinsfile defining 5 stages: Checkout -&gt; Build -&gt; Test/Validate -&gt; Docker Build -&gt; Result.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Goal 3: Automated Testing &amp; Gates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Execute automated TAP unit tests on every commit; enforce build failure if test assertions break.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2628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Goal 4: Containerization &amp; Tagging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Build Docker images automatically and assign immutable tags (general-chatbot-app:build-${BUILD_NUMBER}).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Goal 5: CI Demonstration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Push a live feature iteration (entertainment intent) and demonstrate end-to-end headless pipeline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SPRINT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OmniBot Architecture &amp; Application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Key Application Modules: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src/chatbot.js: General Chatbot Engine (Greetings, Math, Time/Date, Tech FAQs, Fallback).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src/server.js: Express Server exposing REST API (/api/chat &amp; /api/health).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public/: Responsive Glassmorphism UI with dark mode &amp; action chips.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test/chatbot.test.js: Automated TAP unit test suite (6/6 tests passing).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Dockerfile: Alpine-based multi-stage container specification.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Jenkinsfile: Pipeline as Code defining automated CI workflow.</a:t>
            </a:r>
          </a:p>
        </p:txBody>
      </p:sp>
      <p:pic>
        <p:nvPicPr>
          <p:cNvPr id="4" name="Picture 3" descr="screenshot1_chatbo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25626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SPRINT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Jenkins Pipeline Implementation (5 Stages)</a:t>
            </a:r>
          </a:p>
        </p:txBody>
      </p:sp>
      <p:pic>
        <p:nvPicPr>
          <p:cNvPr id="3" name="Picture 2" descr="screenshot5_jenkins_stag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28655" cy="514975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663440"/>
            <a:ext cx="19659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1. Checkout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Clones git commit from origin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663440"/>
            <a:ext cx="19659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2. Build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Installs npm dependencies &amp; runs lint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4663440"/>
            <a:ext cx="19659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3. Test/Validate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Executes 6 unit tests with TAP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663440"/>
            <a:ext cx="19659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4. Docker Build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Builds image tagged general-chatbot-app:build-N.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4663440"/>
            <a:ext cx="19659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5. Result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Summarizes pipeline telemetry &amp; verifies image tag.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SPRINT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Continuous Integration Demonstration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Feature Modification &amp; Push Workflow: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Code Update: Added 'entertainment' intent (jokes) to chatbot engine.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Git Commit &amp; Push: Committed changes and pushed to GitHub main branch.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Automated Webhook: GitHub notified Jenkins via POST webhook payload.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Pipeline Execution (Build #2): Jenkins automatically triggered Build #2.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Validation Outcome: 6/6 tests passed, created Docker tag general-chatbot-app:build-2.</a:t>
            </a:r>
          </a:p>
        </p:txBody>
      </p:sp>
      <p:pic>
        <p:nvPicPr>
          <p:cNvPr id="4" name="Picture 3" descr="screenshot6_github_com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31290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SPRINT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Comparative Analysis: Manual vs. Jenkins CI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0728655" cy="868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Metric: Build &amp; Dependencies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Manual: Manual npm install on local machines prone to environment drift.  |  Jenkins CI: Automated, centralized build triggered on push in clean Jenkins agent.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14600"/>
            <a:ext cx="10728655" cy="868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Metric: Validation &amp; Testing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Manual: Developer-dependent; tests frequently skipped under tight deadlines.  |  Jenkins CI: Automated TAP test execution on every commit; blocks broken builds.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0728655" cy="868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Metric: Docker Container Tagging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Manual: Inconsistent manual tags (test1, v2). Risk of broken deployments.  |  Jenkins CI: Immutable automated tags (general-chatbot-app:build-${BUILD_NUMBER}).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434840"/>
            <a:ext cx="10728655" cy="868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Metric: Error Identification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Manual: Defects caught late during manual QA or production deployment.  |  Jenkins CI: Instant feedback within 2 minutes of push with exact failure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94960"/>
            <a:ext cx="10728655" cy="868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Metric: Human Intervention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Manual: High manual touch required for building, testing, packaging, tagging.  |  Jenkins CI: Zero human intervention post git-push. Completely automated.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SPRINT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Team Contributions &amp; CI/CD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Individual Contribution Split: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Sodanapalli Yashwanth Reddy: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Chatbot Engine &amp; Express API Server</a:t>
            </a:r>
            <a:br/>
            <a:r>
              <a:t>• Multi-stage Dockerfile &amp; Alpine optimization</a:t>
            </a:r>
            <a:br/>
            <a:r>
              <a:t>• Declarative Jenkinsfile &amp; SCM Pipeline</a:t>
            </a:r>
            <a:br/>
            <a:r>
              <a:t>• Git version control &amp; GitHub push operations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Chitmal Anvitha: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Web Chat UI (HTML/CSS/JS) with Glassmorphism</a:t>
            </a:r>
            <a:br/>
            <a:r>
              <a:t>• Automated TAP unit test suite (6/6 passing)</a:t>
            </a:r>
            <a:br/>
            <a:r>
              <a:t>• Jenkins server credentials &amp; GitHub Webhooks</a:t>
            </a:r>
            <a:br/>
            <a:r>
              <a:t>• Comparative matrix analysis &amp;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Roadmap to Full CI/CD Extension: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🚀 1. Docker Registry Push: Push built images to Docker Hub or Amazon ECR.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🚀 2. Staging Deployment: Deploy container to staging Kubernetes cluster using Helm.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🚀 3. Automated E2E Smoke Testing: Run Cypress/Playwright integration tests against staging.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🚀 4. Production Canary Release: Zero-downtime production deployment with automated rollback on failure.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